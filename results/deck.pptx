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energy framing for IndianOil — not just mobility.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static timing with adaptive pressure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reproducibility: TRAIN/VAL/TEST seeds + config.lock.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SUMO uses noise model; YOLO shows state is extractable from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hysteresis + gap-out; weights.json is measured not guessed.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seed ⇒ identical demand for every controller.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numbers read from results/headlines.json — never typed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negative/null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graceful degradation as miss rate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IndianOil energy mission alignment.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Congestion is energy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Idling and stop–go at signals burn fuel and emit CO₂.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Indian mixed traffic (2W / auto / car / bus / truck) amplifies inefficiency.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Question: can energy-aware signal control cut fuel, CO₂, delay, and queues?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Why fixed signals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Fixed greens ignore demand imbalance and time-varying peaks.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Webster helps averages but lags dynamic shifts.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Need adaptive control under hard safety timing constraints.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Pipeline: Vision → Decision → Energy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1) Perceive approach queues (detectors or YOLO+ROI).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2) Decide phase with fuel-weighted pressure + min/max green.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3) Measure fuel/CO₂/delay in SUMO with locked evaluation protocol.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AI perception (YOLO)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Noise model source: assumed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Assumed miss rate: 0.15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Without user video: assumed noise (flagged). With labels: empirical noise_model.json.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Controller: fuel-weighted pressure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Weight vehicles by measured idle-fuel rate relative to a car.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Tuned params (VALIDATION only): {"detection_distance_m": 150, "alpha_moving": 0.5, "hysteresis": 0.25, "selected_on": "VALIDATION seeds only", "screen_seeds": [2000, 2001, 2002, 2003, 2004], "confirm_seeds": [2000, 2001, 2002, 2003, 2004, 2005, 2006, 2007, 2008, 2009, 2010, 2011, 2012, 2013, 2014, 2015, 2016, 2017, 2018, 2019], "scenario": "peak_unbalanced", "mean_fuel_per_vehicle_L": 0.12318790645640529, "smoke": false}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Constraints: MIN_GREEN 15, MAX_GREEN 90, yellow 3, all-red 2, starvation 120.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Controllers: fixed, webster, actuated, maxpressure, ours_count, ours_fuel, rl_ppo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Scenarios: balanced, peak_unbalanced, dynamic, low_demand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Seeds: TRAIN 1000–1049, VAL 2000–2019, TEST 1–30 after config.lock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Results overview</a:t>
            </a:r>
          </a:p>
        </p:txBody>
      </p:sp>
      <p:pic>
        <p:nvPicPr>
          <p:cNvPr id="3" name="Picture 2" descr="i_grouped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7315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Headline fuel reductions (95% CI)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balanced: 8.6% [8.2, 9.0] (OK)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dynamic: 16.5% [15.7, 17.3] (OK)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low_demand: 14.5% [14.0, 14.9] (OK)</a:t>
            </a:r>
          </a:p>
          <a:p>
            <a:pPr>
              <a:spcAft>
                <a:spcPts val="800"/>
              </a:spcAft>
              <a:defRPr sz="1800">
                <a:solidFill>
                  <a:srgbClr val="1E1E1E"/>
                </a:solidFill>
              </a:defRPr>
            </a:pPr>
            <a:r>
              <a:t>peak_unbalanced: 21.8% [20.0, 23.5] (OK)</a:t>
            </a:r>
          </a:p>
        </p:txBody>
      </p:sp>
      <p:pic>
        <p:nvPicPr>
          <p:cNvPr id="4" name="Picture 3" descr="ii_pct_re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9144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Where it helps — and where it does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Check REPORT.md for ties/losses; low_demand often shrinks gains.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Safety SSM verdict: no_increase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Emission cross-check: unchanged_direction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Robustness to detection errors</a:t>
            </a:r>
          </a:p>
        </p:txBody>
      </p:sp>
      <p:pic>
        <p:nvPicPr>
          <p:cNvPr id="3" name="Picture 2" descr="vii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058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83C"/>
                </a:solidFill>
              </a:defRPr>
            </a:pPr>
            <a:r>
              <a:t>Network scaling &amp; India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Coordination helps: False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Annual litres (sim-based): median 27737081 (90% interval [8997338, 66756793])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Fuel price is a PLACEHOLDER — edit config.yaml.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Label: Simulation-based estimate</a:t>
            </a:r>
          </a:p>
        </p:txBody>
      </p:sp>
      <p:pic>
        <p:nvPicPr>
          <p:cNvPr id="4" name="Picture 3" descr="xi_extrap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3C"/>
                </a:solidFill>
              </a:defRPr>
            </a:pPr>
            <a: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1E1E1E"/>
                </a:solidFill>
              </a:defRPr>
            </a:pPr>
            <a:r>
              <a:t>Smarter traffic shouldn't just mean faster traffic.</a:t>
            </a:r>
          </a:p>
          <a:p>
            <a:pPr>
              <a:spcAft>
                <a:spcPts val="800"/>
              </a:spcAft>
              <a:defRPr sz="2400">
                <a:solidFill>
                  <a:srgbClr val="1E1E1E"/>
                </a:solidFill>
              </a:defRPr>
            </a:pPr>
            <a:r>
              <a:t>It should mean more energy-efficient traffic.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